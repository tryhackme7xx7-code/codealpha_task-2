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36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377440"/>
            <a:ext cx="1645920" cy="164592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4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972" y="2747772"/>
            <a:ext cx="905256" cy="905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468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Resist the Hook. Report the Threat.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— Employee &amp; Student Awareness Module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634490"/>
            <a:ext cx="342900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phishing attack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4630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/home/claude/icons/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6344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Phishing Emails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2694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the inbox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2" descr="/home/claude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0518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and page warning signs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0" y="28803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3" descr="/home/claude/icons/user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0518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2694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4" descr="/home/claude/icons/news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4469130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41732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breaches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0" y="429768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5" descr="/home/claude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4469130"/>
            <a:ext cx="342900" cy="342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72694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protected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468880"/>
            <a:ext cx="1371600" cy="137160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4" name="Image 0" descr="/home/claude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30" y="2777490"/>
            <a:ext cx="75438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· /ˈfiʃiŋ/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502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0" y="105156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engineering attack where criminals impersonate a trusted person or organization — usually by email, text, or fake website — to trick victims into revealing sensitive information or installing malware.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237744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709160" y="31546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begin with a phishing email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67728" y="237744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/>
        </p:spPr>
      </p:sp>
      <p:sp>
        <p:nvSpPr>
          <p:cNvPr id="13" name="Text 10"/>
          <p:cNvSpPr/>
          <p:nvPr/>
        </p:nvSpPr>
        <p:spPr>
          <a:xfrm>
            <a:off x="6967728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104888" y="31546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day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363456" y="237744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/>
        </p:spPr>
      </p:sp>
      <p:sp>
        <p:nvSpPr>
          <p:cNvPr id="16" name="Text 13"/>
          <p:cNvSpPr/>
          <p:nvPr/>
        </p:nvSpPr>
        <p:spPr>
          <a:xfrm>
            <a:off x="9363456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500616" y="31546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data breaches, year after year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0" y="42976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don’t break through firewalls — they walk through the front door, invited by a click.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0180" y="1600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8059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a convincing email or message impersonating a trusted source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5468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74720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1600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icons/mousepo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059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3108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a malicious link or opens an infected attachment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8932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09360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9460" y="1600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home/claude/icons/usersec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059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92240" y="3108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is led to a fake login page and enters real credentials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823960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144000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44100" y="1600200"/>
            <a:ext cx="914400" cy="9144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6" name="Image 3" descr="/home/claude/icons/un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80594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1556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28116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326880" y="31089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stolen data for fraud, theft, or further attacks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Phishing Emails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red flags to check before you click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/home/claude/icons/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legit, but the email domain is slightly off (e.g. @paypa1.com)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/home/claude/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6184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78040" y="198424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designed to make you act fast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/home/claude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5318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101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67588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 — the visible text and the actual URL don’t match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2004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38328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1" name="Image 3" descr="/home/claude/icons/paper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35318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3101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367588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"resumes," or files you never requested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07492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6" name="Image 4" descr="/home/claude/icons/spell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10" y="522351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001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&amp; grammar errors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63040" y="536752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rarely send sloppy, error-filled emails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8920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5074920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31" name="Image 5" descr="/home/claude/icons/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522351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5001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78040" y="536752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Fake Websites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92240" cy="502920"/>
          </a:xfrm>
          <a:prstGeom prst="roundRect">
            <a:avLst>
              <a:gd name="adj" fmla="val 14545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53896"/>
            <a:ext cx="146304" cy="14630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453896"/>
            <a:ext cx="146304" cy="146304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453896"/>
            <a:ext cx="146304" cy="146304"/>
          </a:xfrm>
          <a:prstGeom prst="ellipse">
            <a:avLst/>
          </a:prstGeom>
          <a:solidFill>
            <a:srgbClr val="5CB85C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3350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http://secure-paypal-login.verify-account.co/signin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/home/claude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/ "Not Secure" warning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61872" y="24688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sites use HTTPS — missing or invalid certificates are a warning sign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21488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860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6872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unusual domain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76872" y="24688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words, hyphens, or a different domain ending (.co instead of .com)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home/claude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1272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Too-good-to-be-true offers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61872" y="34747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giveaways, prizes, or steep "limited time" discounts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63640" y="31546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icons/exclam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91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76872" y="31272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info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76872" y="34747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companies rarely ask for full card numbers or passwords via a landing page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psychology, not just technical flaws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4028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/home/claude/icons/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4460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time pressure so victims act before thinking clearly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274820" y="224028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/home/claude/icons/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460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6118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a boss, bank, or government agency to demand compliance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109460" y="224028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/home/claude/icons/sk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4460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36118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account suspension, legal trouble, or financial loss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944100" y="224028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1" name="Image 3" descr="/home/claude/icons/ques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4460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35440" y="36118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tempting subject lines like "Your parcel is delayed" or "You won a prize"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074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these tactics form the acronym often taught in security training: pretexting, baiting, and quid pro quo all lean on the same triggers.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4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(2013–2015)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scammer sent fake invoices impersonating a hardware vendor, tricking both companies’ finance teams into wiring over $100 million combined.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4F4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/home/claude/icons/user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Bitcoin Scam (2020)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phone-based social engineering ("vishing") to trick employees into handing over internal tool access, hijacking major verified accounts.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4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/home/claude/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Ubiquiti Networks (2015)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— attackers impersonated executives to direct finance staff to wire approximately $46.7 million to fraudulent accounts.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Protected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5659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990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25880" y="176479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addresses and hover over links before clicking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/home/claude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15659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3990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040880" y="176479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 layer of defense even if a password is stolen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2" descr="/home/claude/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298323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8163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unique, strong passwords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25880" y="318211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passwords across banking, email, and work accounts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63640" y="28346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3" descr="/home/claude/icons/user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230" y="298323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28163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share sensitive info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040880" y="318211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never ask for passwords or OTPs via email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42519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4" descr="/home/claude/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440055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2336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independently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325880" y="459943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person or company directly using a known number — not one in the email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63640" y="42519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5" descr="/home/claude/icons/fl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230" y="440055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42336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7040880" y="459943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organization’s "Report Phishing" button or forward to IT/Security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you’ve learned — answers on the next slide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/home/claude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urgently demands you "verify your account" within 1 hour or lose access. What should you do?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/home/claude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518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743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00200" y="32004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URL reads "www.faceb00k-login.com" and has no padlock icon. Is this safe to log into?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2" descr="/home/claude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691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4160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00200" y="46177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"manager" texts asking you to urgently buy gift cards and send the codes. What tactic is this?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17899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5544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click. Go directly to the official site/app or call the company using a verified number — urgency is a manipulation tactic.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32072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514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00200" y="29718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Misspelled domains ("faceb00k") and a missing padlock are classic signs of a spoofed, malicious website.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20624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3E5C76">
              <a:alpha val="7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4805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5" name="Image 2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462457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00200" y="43891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pretexting/authority-based social engineering — verify by contacting your manager through a separate, known channel.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3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314450"/>
            <a:ext cx="754380" cy="75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You Click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Verify sources. Report suspicious activity immediately.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IT / Information Security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Moorche</cp:lastModifiedBy>
  <cp:revision>1</cp:revision>
  <dcterms:created xsi:type="dcterms:W3CDTF">2026-08-18T02:55:39Z</dcterms:created>
  <dcterms:modified xsi:type="dcterms:W3CDTF">2026-08-18T03:32:47Z</dcterms:modified>
</cp:coreProperties>
</file>